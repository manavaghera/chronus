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6"/>
    <p:sldId id="278" r:id="rId5"/>
    <p:sldId id="279" r:id="rId4"/>
    <p:sldId id="280" r:id="rId3"/>
    <p:sldId id="281" r:id="rId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A303"/>
    <a:srgbClr val="899701"/>
    <a:srgbClr val="FFE4EB"/>
    <a:srgbClr val="FBFFE4"/>
    <a:srgbClr val="DFF4FC"/>
    <a:srgbClr val="C14D29"/>
    <a:srgbClr val="772F19"/>
    <a:srgbClr val="8F096C"/>
    <a:srgbClr val="980098"/>
    <a:srgbClr val="BA00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99" autoAdjust="0"/>
    <p:restoredTop sz="95394" autoAdjust="0"/>
  </p:normalViewPr>
  <p:slideViewPr>
    <p:cSldViewPr>
      <p:cViewPr varScale="1">
        <p:scale>
          <a:sx n="81" d="100"/>
          <a:sy n="81" d="100"/>
        </p:scale>
        <p:origin x="14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6.xml"/><Relationship Id="rId3" Type="http://schemas.openxmlformats.org/officeDocument/2006/relationships/slide" Target="slides/slide25.xml"/><Relationship Id="rId4" Type="http://schemas.openxmlformats.org/officeDocument/2006/relationships/slide" Target="slides/slide24.xml"/><Relationship Id="rId5" Type="http://schemas.openxmlformats.org/officeDocument/2006/relationships/slide" Target="slides/slide23.xml"/><Relationship Id="rId6" Type="http://schemas.openxmlformats.org/officeDocument/2006/relationships/slide" Target="slides/slide2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FCBFEA6C-DAAD-4E22-B568-BCDA032DB0FB}" type="datetimeFigureOut">
              <a:rPr lang="en-US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ABD31CF1-2C47-418A-ACF2-148026AABEB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1227B7-250F-401A-95C3-D5BDADA846F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D8818E-4975-47DF-8CD0-6344EFD914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AFE145-ED9B-4B08-B025-07C1008AB20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1B1F41-E8EA-4B90-BE85-19C4DE8D44E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9ABA79-478A-404D-99B5-99195D9880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5BF30C-8BA7-4D76-8088-9C7E4A500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A166F9-F2DC-4D4F-9997-A2E509843F4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F2AA55-01D9-4BEB-8817-DF497CDB6FF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328C0F-E443-4F2A-ADCD-5E88BC85CD7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2B604B-9F90-4172-AA66-56CDDB9BD1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1E14C4-0BAF-4188-B75E-6040AF0EBE9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1FF7A804-A991-4F4D-B99F-34F25686AA6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14218"/>
            <a:ext cx="1596675" cy="7660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</TotalTime>
  <Words>2433</Words>
  <Application>Microsoft Office PowerPoint</Application>
  <PresentationFormat>On-screen Show (4:3)</PresentationFormat>
  <Paragraphs>237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Gabriola</vt:lpstr>
      <vt:lpstr>Times New Roman</vt:lpstr>
      <vt:lpstr>Tw Cen MT</vt:lpstr>
      <vt:lpstr>Tw Cen MT Condensed</vt:lpstr>
      <vt:lpstr>Wingdings 3</vt:lpstr>
      <vt:lpstr>Integral</vt:lpstr>
      <vt:lpstr>PowerPoint Presentation</vt:lpstr>
      <vt:lpstr>OUTLINE</vt:lpstr>
      <vt:lpstr>Introduction[15]</vt:lpstr>
      <vt:lpstr>PowerPoint Presentation</vt:lpstr>
      <vt:lpstr>Literature Review </vt:lpstr>
      <vt:lpstr>Research Gap[1][3]</vt:lpstr>
      <vt:lpstr>Problem Statement</vt:lpstr>
      <vt:lpstr>TOOLS AND TECHNOLOGY</vt:lpstr>
      <vt:lpstr>Arima model[11]</vt:lpstr>
      <vt:lpstr>Comparing the R2 Value</vt:lpstr>
      <vt:lpstr>PowerPoint Presentation</vt:lpstr>
      <vt:lpstr>Data Set Description[5]</vt:lpstr>
      <vt:lpstr>Project Flow Chart</vt:lpstr>
      <vt:lpstr>Implementation with Results[17] </vt:lpstr>
      <vt:lpstr>Implementation[17]</vt:lpstr>
      <vt:lpstr>PowerPoint Presentation</vt:lpstr>
      <vt:lpstr>Exploratory Data Analysis[5]</vt:lpstr>
      <vt:lpstr>  </vt:lpstr>
      <vt:lpstr>   </vt:lpstr>
      <vt:lpstr>  </vt:lpstr>
      <vt:lpstr>Correlation between target and features[17]</vt:lpstr>
      <vt:lpstr>Observations from the heating map:</vt:lpstr>
      <vt:lpstr>PowerPoint Presentation</vt:lpstr>
      <vt:lpstr>References</vt:lpstr>
      <vt:lpstr>Web References 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ON  BIOMETRIC SECURITY SYSTEMS</dc:title>
  <dc:creator>charmy</dc:creator>
  <cp:lastModifiedBy>admin</cp:lastModifiedBy>
  <cp:revision>721</cp:revision>
  <dcterms:created xsi:type="dcterms:W3CDTF">2005-10-02T14:03:00Z</dcterms:created>
  <dcterms:modified xsi:type="dcterms:W3CDTF">2026-08-12T11:12:16Z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1033-11.2.0.11486</vt:lpwstr>
  </property>
  <property fmtid="{D5CDD505-2E9C-101B-9397-08002B2CF9AE}" pid="3" name="ICV">
    <vt:lpwstr>C10C3B732A5D4AB48367BEBFD5F0212D</vt:lpwstr>
  </property>
</Properties>
</file>